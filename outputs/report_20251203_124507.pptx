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Automated Insight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Generated on 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/>
            </a:pPr>
            <a:r>
              <a:t>Dataset contains 10,000 records with 12 columns.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/>
            </a:pPr>
            <a:r>
              <a:t>Total Records: 10,000</a:t>
            </a:r>
          </a:p>
          <a:p>
            <a:pPr>
              <a:spcAft>
                <a:spcPts val="2000"/>
              </a:spcAft>
              <a:defRPr sz="2400" b="1"/>
            </a:pPr>
            <a:r>
              <a:t>Number of Columns: 12</a:t>
            </a:r>
          </a:p>
          <a:p>
            <a:pPr>
              <a:defRPr sz="2400" b="1"/>
            </a:pPr>
            <a:r>
              <a:t>Data Type: AdTech Performance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1. Data successfully loaded and processed</a:t>
            </a:r>
          </a:p>
          <a:p>
            <a:pPr>
              <a:spcAft>
                <a:spcPts val="1200"/>
              </a:spcAft>
              <a:defRPr sz="1600"/>
            </a:pPr>
            <a:r>
              <a:t>2. Total of 10,000 records analyzed</a:t>
            </a:r>
          </a:p>
          <a:p>
            <a:pPr>
              <a:spcAft>
                <a:spcPts val="1200"/>
              </a:spcAft>
              <a:defRPr sz="1600"/>
            </a:pPr>
            <a:r>
              <a:t>3. Dataset includes 12 different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1. Review data quality and completeness</a:t>
            </a:r>
          </a:p>
          <a:p>
            <a:pPr>
              <a:spcAft>
                <a:spcPts val="1200"/>
              </a:spcAft>
              <a:defRPr sz="1600"/>
            </a:pPr>
            <a:r>
              <a:t>2. Identify key performance indicators</a:t>
            </a:r>
          </a:p>
          <a:p>
            <a:pPr>
              <a:spcAft>
                <a:spcPts val="1200"/>
              </a:spcAft>
              <a:defRPr sz="1600"/>
            </a:pPr>
            <a:r>
              <a:t>3. Set up automated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