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59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AdTech Insight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Analysis Report</a:t>
            </a:r>
          </a:p>
          <a:p>
            <a:r>
              <a:t>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Key Findings:</a:t>
            </a:r>
          </a:p>
          <a:p>
            <a:r>
              <a:t>• Dataset contains 1000 records across 18 dimensions</a:t>
            </a:r>
          </a:p>
          <a:p>
            <a:r>
              <a:t>• Total Impressions: 50,326,622.00</a:t>
            </a:r>
          </a:p>
          <a:p>
            <a:r>
              <a:t>• Average Impressions: 50,326.62</a:t>
            </a:r>
          </a:p>
          <a:p>
            <a:r>
              <a:t>• Calculated 6 derived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pic>
        <p:nvPicPr>
          <p:cNvPr id="3" name="Picture 2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60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 Distributions</a:t>
            </a:r>
          </a:p>
        </p:txBody>
      </p:sp>
      <p:pic>
        <p:nvPicPr>
          <p:cNvPr id="3" name="Picture 2" descr="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030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Performers</a:t>
            </a:r>
          </a:p>
        </p:txBody>
      </p:sp>
      <p:pic>
        <p:nvPicPr>
          <p:cNvPr id="3" name="Picture 2" descr="top_perfor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360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Over Time</a:t>
            </a:r>
          </a:p>
        </p:txBody>
      </p:sp>
      <p:pic>
        <p:nvPicPr>
          <p:cNvPr id="3" name="Picture 2" descr="time_series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104633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Rows: 1000</a:t>
            </a:r>
          </a:p>
          <a:p>
            <a:r>
              <a:t>Total Columns: 12</a:t>
            </a:r>
          </a:p>
          <a:p>
            <a:r>
              <a:t>Numeric Columns: 8</a:t>
            </a:r>
          </a:p>
          <a:p>
            <a:endParaRPr/>
          </a:p>
          <a:p>
            <a:r>
              <a:t>Derived Metrics: CTR (%), CPC, CPM, Conversion Rate (%), ROAS, CPA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AdTech Insight Report</vt:lpstr>
      <vt:lpstr>Executive Summary</vt:lpstr>
      <vt:lpstr>Correlation Analysis</vt:lpstr>
      <vt:lpstr>Metric Distributions</vt:lpstr>
      <vt:lpstr>Top Performers</vt:lpstr>
      <vt:lpstr>Trends Over Time</vt:lpstr>
      <vt:lpstr>Key Metrics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Sonalika Chandra</cp:lastModifiedBy>
  <cp:revision>1</cp:revision>
  <dcterms:created xsi:type="dcterms:W3CDTF">2013-01-27T09:14:16Z</dcterms:created>
  <dcterms:modified xsi:type="dcterms:W3CDTF">2025-12-03T08:31:52Z</dcterms:modified>
  <cp:category/>
</cp:coreProperties>
</file>